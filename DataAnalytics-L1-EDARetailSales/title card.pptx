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CA62B-C2E5-4D1A-BCAC-670EEB04945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08A5F-6BDC-4CBD-AAED-96AAD1F6B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709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CA62B-C2E5-4D1A-BCAC-670EEB04945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08A5F-6BDC-4CBD-AAED-96AAD1F6B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631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CA62B-C2E5-4D1A-BCAC-670EEB04945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08A5F-6BDC-4CBD-AAED-96AAD1F6B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207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CA62B-C2E5-4D1A-BCAC-670EEB04945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08A5F-6BDC-4CBD-AAED-96AAD1F6B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097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CA62B-C2E5-4D1A-BCAC-670EEB04945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08A5F-6BDC-4CBD-AAED-96AAD1F6B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100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CA62B-C2E5-4D1A-BCAC-670EEB04945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08A5F-6BDC-4CBD-AAED-96AAD1F6B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1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CA62B-C2E5-4D1A-BCAC-670EEB04945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08A5F-6BDC-4CBD-AAED-96AAD1F6B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095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CA62B-C2E5-4D1A-BCAC-670EEB04945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08A5F-6BDC-4CBD-AAED-96AAD1F6B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531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CA62B-C2E5-4D1A-BCAC-670EEB04945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08A5F-6BDC-4CBD-AAED-96AAD1F6B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9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CA62B-C2E5-4D1A-BCAC-670EEB04945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08A5F-6BDC-4CBD-AAED-96AAD1F6B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140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CA62B-C2E5-4D1A-BCAC-670EEB04945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08A5F-6BDC-4CBD-AAED-96AAD1F6B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70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CA62B-C2E5-4D1A-BCAC-670EEB04945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08A5F-6BDC-4CBD-AAED-96AAD1F6B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29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1160" y="1968182"/>
            <a:ext cx="9285514" cy="321777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Abdulraheem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Nafisat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Track: Data Analytics</a:t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ask: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Retail Sales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235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Name: Abdulraheem Nafisat Track: Data Analytics Task: Eda on Retail Sales Data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Name: Abdulraheem Nafisat Track: Data Analytics Task: Eda on retail sales data</dc:title>
  <dc:creator>DELL</dc:creator>
  <cp:lastModifiedBy>DELL</cp:lastModifiedBy>
  <cp:revision>2</cp:revision>
  <dcterms:created xsi:type="dcterms:W3CDTF">2026-09-13T12:19:44Z</dcterms:created>
  <dcterms:modified xsi:type="dcterms:W3CDTF">2026-09-13T12:20:39Z</dcterms:modified>
</cp:coreProperties>
</file>